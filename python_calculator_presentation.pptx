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3" r:id="rId11"/>
    <p:sldId id="264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427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735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820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900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541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964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77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488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21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89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16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97759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0350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4143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4723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642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252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9102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00FF00"/>
                </a:highlight>
              </a:rPr>
              <a:t>S</a:t>
            </a:r>
            <a:r>
              <a:rPr lang="en-IN" dirty="0" err="1">
                <a:highlight>
                  <a:srgbClr val="00FF00"/>
                </a:highlight>
              </a:rPr>
              <a:t>cientific</a:t>
            </a:r>
            <a:r>
              <a:rPr dirty="0">
                <a:highlight>
                  <a:srgbClr val="00FF00"/>
                </a:highlight>
              </a:rPr>
              <a:t> Calculator using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Title:</a:t>
            </a:r>
            <a:br>
              <a:rPr lang="en-US" dirty="0"/>
            </a:br>
            <a:r>
              <a:rPr lang="en-US" dirty="0"/>
              <a:t>👉 </a:t>
            </a:r>
            <a:r>
              <a:rPr lang="en-US" i="1" dirty="0"/>
              <a:t>Scientific Calculator using Python</a:t>
            </a:r>
            <a:br>
              <a:rPr lang="en-US" i="1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Subtitle:</a:t>
            </a:r>
            <a:br>
              <a:rPr lang="en-US" dirty="0"/>
            </a:br>
            <a:r>
              <a:rPr lang="en-US" dirty="0"/>
              <a:t>A GUI-based calculator using </a:t>
            </a:r>
            <a:r>
              <a:rPr lang="en-US" dirty="0" err="1"/>
              <a:t>Tkinter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Presented by:</a:t>
            </a:r>
            <a:br>
              <a:rPr lang="en-US" dirty="0"/>
            </a:br>
            <a:r>
              <a:rPr lang="en-US" dirty="0" err="1"/>
              <a:t>Sunil.Pujari</a:t>
            </a:r>
            <a:r>
              <a:rPr lang="en-US" dirty="0"/>
              <a:t>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  <a:highlight>
                  <a:srgbClr val="00FF00"/>
                </a:highlight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085" y="1593130"/>
            <a:ext cx="8139583" cy="419807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This project is a scientific calculator built using Python.</a:t>
            </a:r>
          </a:p>
          <a:p>
            <a:pPr marL="0" indent="0">
              <a:buNone/>
            </a:pPr>
            <a:r>
              <a:rPr lang="en-IN" dirty="0">
                <a:highlight>
                  <a:srgbClr val="FFFF00"/>
                </a:highlight>
              </a:rPr>
              <a:t>It provides: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Basic arithmetic operations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Scientific functions (sin, cos, tan, log, sqrt)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Graphical interface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Error handling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User-friendly design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The calculator is created using Python’s </a:t>
            </a:r>
            <a:r>
              <a:rPr lang="en-IN" dirty="0" err="1"/>
              <a:t>Tkinter</a:t>
            </a:r>
            <a:r>
              <a:rPr lang="en-IN" dirty="0"/>
              <a:t> library.</a:t>
            </a:r>
          </a:p>
          <a:p>
            <a:pPr>
              <a:buFont typeface="Wingdings" panose="05000000000000000000" pitchFamily="2" charset="2"/>
              <a:buChar char="Ø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highlight>
                  <a:srgbClr val="00FF00"/>
                </a:highlight>
              </a:rPr>
              <a:t>O</a:t>
            </a:r>
            <a:r>
              <a:rPr dirty="0" err="1">
                <a:highlight>
                  <a:srgbClr val="00FF00"/>
                </a:highlight>
              </a:rPr>
              <a:t>bjective</a:t>
            </a:r>
            <a:endParaRPr dirty="0">
              <a:highlight>
                <a:srgbClr val="00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689651"/>
            <a:ext cx="7765322" cy="4558747"/>
          </a:xfrm>
        </p:spPr>
        <p:txBody>
          <a:bodyPr/>
          <a:lstStyle/>
          <a:p>
            <a:pPr marL="0" indent="0">
              <a:buNone/>
            </a:pPr>
            <a:r>
              <a:rPr dirty="0">
                <a:highlight>
                  <a:srgbClr val="FFFF00"/>
                </a:highlight>
              </a:rPr>
              <a:t> </a:t>
            </a:r>
            <a:r>
              <a:rPr lang="en-US" dirty="0">
                <a:highlight>
                  <a:srgbClr val="FFFF00"/>
                </a:highlight>
              </a:rPr>
              <a:t>The main objective of this project is: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To build a real-time calculator using Python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To learn GUI programming with </a:t>
            </a:r>
            <a:r>
              <a:rPr lang="en-US" dirty="0" err="1"/>
              <a:t>Tkinter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 implement mathematical functions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To handle user input safely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To design an interactive application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00FF00"/>
                </a:highlight>
              </a:rP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91093"/>
            <a:ext cx="7765322" cy="400010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Python 3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dirty="0" err="1"/>
              <a:t>Tkinter</a:t>
            </a:r>
            <a:r>
              <a:rPr lang="en-IN" dirty="0"/>
              <a:t> (GUI Library)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Math module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VS Code / Python IDE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Windows OS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00FF00"/>
                </a:highlight>
              </a:rP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365" y="1677971"/>
            <a:ext cx="8111303" cy="411322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Addition, subtraction, multiplication, division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Square root function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Trigonometric functions (sin, cos, tan)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Logarithmic calculations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Factorial support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Clear &amp; backspace buttons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Error detection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00FF00"/>
                </a:highlight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593130"/>
            <a:ext cx="7765322" cy="4364610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highlight>
                  <a:srgbClr val="FF0000"/>
                </a:highlight>
              </a:rPr>
              <a:t>Title:</a:t>
            </a:r>
            <a:r>
              <a:rPr lang="en-IN" dirty="0">
                <a:highlight>
                  <a:srgbClr val="FF0000"/>
                </a:highlight>
              </a:rPr>
              <a:t> System Design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User Input → Button Click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Function Processing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Math Computation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Display Result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The calculator uses event-driven programming.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Each button triggers a Python function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0000"/>
                </a:highlight>
              </a:rPr>
              <a:t>Code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574276"/>
            <a:ext cx="7765322" cy="50150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highlight>
                  <a:srgbClr val="00FF00"/>
                </a:highlight>
              </a:rPr>
              <a:t>The program contains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Input handling functions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Math operation functions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GUI layout setup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Button event mapping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Error handling logic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ighlight>
                  <a:srgbClr val="FF0000"/>
                </a:highlight>
              </a:rPr>
              <a:t>Main modules used: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import </a:t>
            </a:r>
            <a:r>
              <a:rPr lang="en-US" dirty="0" err="1"/>
              <a:t>tkinter</a:t>
            </a:r>
            <a:r>
              <a:rPr lang="en-US" dirty="0"/>
              <a:t> as </a:t>
            </a:r>
            <a:r>
              <a:rPr lang="en-US" dirty="0" err="1"/>
              <a:t>tk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import math</a:t>
            </a:r>
          </a:p>
          <a:p>
            <a:pPr marL="0" indent="0">
              <a:buNone/>
            </a:pP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C29ED-BD37-912A-B7EE-74B6EA749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highlight>
                  <a:srgbClr val="FF0000"/>
                </a:highlight>
              </a:rPr>
              <a:t>Sample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5A3CC-C074-54CB-9939-B634521DB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602557"/>
            <a:ext cx="7765322" cy="47605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highlight>
                  <a:srgbClr val="FFFF00"/>
                </a:highlight>
              </a:rPr>
              <a:t>Title:</a:t>
            </a:r>
            <a:r>
              <a:rPr lang="en-IN" dirty="0">
                <a:highlight>
                  <a:srgbClr val="FFFF00"/>
                </a:highlight>
              </a:rPr>
              <a:t> Sample Code</a:t>
            </a:r>
          </a:p>
          <a:p>
            <a:pPr marL="0" indent="0">
              <a:buNone/>
            </a:pPr>
            <a:r>
              <a:rPr lang="en-IN" dirty="0"/>
              <a:t>def equal():</a:t>
            </a:r>
          </a:p>
          <a:p>
            <a:pPr marL="0" indent="0">
              <a:buNone/>
            </a:pPr>
            <a:r>
              <a:rPr lang="en-IN" dirty="0"/>
              <a:t> try:</a:t>
            </a:r>
          </a:p>
          <a:p>
            <a:pPr marL="0" indent="0">
              <a:buNone/>
            </a:pPr>
            <a:r>
              <a:rPr lang="en-IN" dirty="0"/>
              <a:t> result = eval(</a:t>
            </a:r>
            <a:r>
              <a:rPr lang="en-IN" dirty="0" err="1"/>
              <a:t>entry.get</a:t>
            </a:r>
            <a:r>
              <a:rPr lang="en-IN" dirty="0"/>
              <a:t>())</a:t>
            </a:r>
          </a:p>
          <a:p>
            <a:pPr marL="0" indent="0">
              <a:buNone/>
            </a:pPr>
            <a:r>
              <a:rPr lang="en-IN" dirty="0"/>
              <a:t> clear()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entry.insert</a:t>
            </a:r>
            <a:r>
              <a:rPr lang="en-IN" dirty="0"/>
              <a:t>(</a:t>
            </a:r>
            <a:r>
              <a:rPr lang="en-IN" dirty="0" err="1"/>
              <a:t>tk.END</a:t>
            </a:r>
            <a:r>
              <a:rPr lang="en-IN" dirty="0"/>
              <a:t>, result)</a:t>
            </a:r>
          </a:p>
          <a:p>
            <a:pPr marL="0" indent="0">
              <a:buNone/>
            </a:pPr>
            <a:r>
              <a:rPr lang="en-IN" dirty="0"/>
              <a:t> except: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entry.insert</a:t>
            </a:r>
            <a:r>
              <a:rPr lang="en-IN" dirty="0"/>
              <a:t>(</a:t>
            </a:r>
            <a:r>
              <a:rPr lang="en-IN" dirty="0" err="1"/>
              <a:t>tk.END</a:t>
            </a:r>
            <a:r>
              <a:rPr lang="en-IN" dirty="0"/>
              <a:t>, "Error")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This function evaluates user input safely.</a:t>
            </a:r>
          </a:p>
        </p:txBody>
      </p:sp>
    </p:spTree>
    <p:extLst>
      <p:ext uri="{BB962C8B-B14F-4D97-AF65-F5344CB8AC3E}">
        <p14:creationId xmlns:p14="http://schemas.microsoft.com/office/powerpoint/2010/main" val="917578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DF38D-127D-AEE8-4B5E-C2F0EA9D0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409" y="-103694"/>
            <a:ext cx="7765321" cy="1756813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Output Screen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F6471-E459-179B-309D-0F6CD0E8B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659119"/>
            <a:ext cx="7765322" cy="487365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Description:</a:t>
            </a:r>
          </a:p>
          <a:p>
            <a:r>
              <a:rPr lang="en-US" dirty="0"/>
              <a:t>• Display screen at top</a:t>
            </a:r>
            <a:br>
              <a:rPr lang="en-US" dirty="0"/>
            </a:br>
            <a:r>
              <a:rPr lang="en-US" dirty="0"/>
              <a:t>• Scientific buttons</a:t>
            </a:r>
            <a:br>
              <a:rPr lang="en-US" dirty="0"/>
            </a:br>
            <a:r>
              <a:rPr lang="en-US" dirty="0"/>
              <a:t>• Numeric keypad</a:t>
            </a:r>
            <a:br>
              <a:rPr lang="en-US" dirty="0"/>
            </a:br>
            <a:r>
              <a:rPr lang="en-US" dirty="0"/>
              <a:t>• Clean grid layout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A3D067-F1EE-B752-2518-F7027222E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32" y="1234912"/>
            <a:ext cx="4142619" cy="316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643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  <a:highlight>
                  <a:srgbClr val="FFFF00"/>
                </a:highlight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687398"/>
            <a:ext cx="7765322" cy="410380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Lightweight application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Easy to use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Fast calculations</a:t>
            </a:r>
            <a:endParaRPr lang="en-US" dirty="0">
              <a:highlight>
                <a:srgbClr val="FFFF00"/>
              </a:highligh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Cross-platform compatibility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Educational value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  <a:highlight>
                  <a:srgbClr val="FFFF00"/>
                </a:highlight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668544"/>
            <a:ext cx="7765322" cy="412265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Dark theme UI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Graph plotting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Memory functions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History tracking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Voice input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Mobile version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  <a:highlight>
                  <a:srgbClr val="FFFF00"/>
                </a:highlight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This project demonstrates: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GUI programming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Mathematical computation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Event-driven design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Python application development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It is a practical example of combining logic + interface</a:t>
            </a:r>
            <a:r>
              <a:rPr lang="en-US" dirty="0"/>
              <a:t>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1021081"/>
            <a:ext cx="7765321" cy="4927231"/>
          </a:xfrm>
        </p:spPr>
        <p:txBody>
          <a:bodyPr/>
          <a:lstStyle/>
          <a:p>
            <a:r>
              <a:rPr dirty="0">
                <a:solidFill>
                  <a:srgbClr val="FF0000"/>
                </a:solidFill>
                <a:highlight>
                  <a:srgbClr val="FFFF00"/>
                </a:highlight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V="1">
            <a:off x="8305014" y="5791199"/>
            <a:ext cx="145654" cy="4571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6D8C60"/>
      </a:dk2>
      <a:lt2>
        <a:srgbClr val="B1D7A1"/>
      </a:lt2>
      <a:accent1>
        <a:srgbClr val="81B992"/>
      </a:accent1>
      <a:accent2>
        <a:srgbClr val="9ABC65"/>
      </a:accent2>
      <a:accent3>
        <a:srgbClr val="BDB564"/>
      </a:accent3>
      <a:accent4>
        <a:srgbClr val="BD8964"/>
      </a:accent4>
      <a:accent5>
        <a:srgbClr val="BD6466"/>
      </a:accent5>
      <a:accent6>
        <a:srgbClr val="64A4BD"/>
      </a:accent6>
      <a:hlink>
        <a:srgbClr val="8CCC71"/>
      </a:hlink>
      <a:folHlink>
        <a:srgbClr val="A4C795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4539428D-6454-4FE6-B992-2D59F0AC2F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143</TotalTime>
  <Words>396</Words>
  <Application>Microsoft Office PowerPoint</Application>
  <PresentationFormat>On-screen Show (4:3)</PresentationFormat>
  <Paragraphs>92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Bookman Old Style</vt:lpstr>
      <vt:lpstr>Rockwell</vt:lpstr>
      <vt:lpstr>Wingdings</vt:lpstr>
      <vt:lpstr>Damask</vt:lpstr>
      <vt:lpstr>Scientific Calculator using Python</vt:lpstr>
      <vt:lpstr>Introduction</vt:lpstr>
      <vt:lpstr>Objective</vt:lpstr>
      <vt:lpstr>Tools &amp; Technologies</vt:lpstr>
      <vt:lpstr>Features</vt:lpstr>
      <vt:lpstr>System Design</vt:lpstr>
      <vt:lpstr>Code Structure</vt:lpstr>
      <vt:lpstr>Sample Code</vt:lpstr>
      <vt:lpstr>Output Screen</vt:lpstr>
      <vt:lpstr>Advantages</vt:lpstr>
      <vt:lpstr>Future Scope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sunil pujari</cp:lastModifiedBy>
  <cp:revision>3</cp:revision>
  <dcterms:created xsi:type="dcterms:W3CDTF">2013-01-27T09:14:16Z</dcterms:created>
  <dcterms:modified xsi:type="dcterms:W3CDTF">2026-02-05T06:54:56Z</dcterms:modified>
  <cp:category/>
</cp:coreProperties>
</file>